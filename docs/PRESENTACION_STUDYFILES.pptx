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4" r:id="rId10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0940" autoAdjust="0"/>
  </p:normalViewPr>
  <p:slideViewPr>
    <p:cSldViewPr snapToGrid="0" snapToObjects="1">
      <p:cViewPr varScale="1">
        <p:scale>
          <a:sx n="76" d="100"/>
          <a:sy n="76" d="100"/>
        </p:scale>
        <p:origin x="99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8339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249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1" y="0"/>
            <a:ext cx="1728788" cy="51435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7319" y="841772"/>
            <a:ext cx="6593681" cy="179070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7319" y="2701528"/>
            <a:ext cx="6593681" cy="1241822"/>
          </a:xfrm>
        </p:spPr>
        <p:txBody>
          <a:bodyPr>
            <a:normAutofit/>
          </a:bodyPr>
          <a:lstStyle>
            <a:lvl1pPr marL="0" indent="0" algn="l">
              <a:buNone/>
              <a:defRPr sz="1500" cap="all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08133" y="4057651"/>
            <a:ext cx="2057400" cy="273844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07318" y="4057651"/>
            <a:ext cx="3843665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2684" y="4057650"/>
            <a:ext cx="578317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80568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27203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064420"/>
            <a:ext cx="7429500" cy="2139553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318272"/>
            <a:ext cx="7429500" cy="1031082"/>
          </a:xfrm>
        </p:spPr>
        <p:txBody>
          <a:bodyPr>
            <a:normAutofit/>
          </a:bodyPr>
          <a:lstStyle>
            <a:lvl1pPr marL="0" indent="0">
              <a:buNone/>
              <a:defRPr sz="135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57239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1687114"/>
            <a:ext cx="3658792" cy="265628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687114"/>
            <a:ext cx="3656408" cy="265628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89291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64345"/>
            <a:ext cx="7429500" cy="110847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515" y="1687115"/>
            <a:ext cx="3487337" cy="61793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2305048"/>
            <a:ext cx="3658793" cy="203835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6" y="1687114"/>
            <a:ext cx="3484952" cy="61793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305048"/>
            <a:ext cx="3656408" cy="203835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0001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77865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23721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457201"/>
            <a:ext cx="2892028" cy="1229913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444499"/>
            <a:ext cx="4418407" cy="3898901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1687114"/>
            <a:ext cx="2892028" cy="2656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4675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4450881" cy="122991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5541" y="457201"/>
            <a:ext cx="2750018" cy="38861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1687114"/>
            <a:ext cx="4450883" cy="2656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63449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3228499"/>
            <a:ext cx="7434266" cy="614516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454819"/>
            <a:ext cx="7434266" cy="2474834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4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3843015"/>
            <a:ext cx="7433144" cy="51185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46646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457200"/>
            <a:ext cx="7429466" cy="257175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314700"/>
            <a:ext cx="7428344" cy="1028699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58231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061322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524168"/>
            <a:ext cx="6564224" cy="41172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232439"/>
            <a:ext cx="7429502" cy="1117122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677634" y="549295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3028" y="207372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219274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600531"/>
            <a:ext cx="7429501" cy="1883876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3493241"/>
            <a:ext cx="7428379" cy="855483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78397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005847"/>
            <a:ext cx="2397674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45939" y="2520197"/>
            <a:ext cx="2406551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008226"/>
            <a:ext cx="2388289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78160" y="2522576"/>
            <a:ext cx="2396873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005847"/>
            <a:ext cx="2396226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2520197"/>
            <a:ext cx="2396226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95945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457200"/>
            <a:ext cx="7429499" cy="14287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3303447"/>
            <a:ext cx="2396430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000249"/>
            <a:ext cx="2396430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3735644"/>
            <a:ext cx="2396430" cy="61338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3303447"/>
            <a:ext cx="2400300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000249"/>
            <a:ext cx="2399205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3735643"/>
            <a:ext cx="2400300" cy="60775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3303446"/>
            <a:ext cx="2393056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000249"/>
            <a:ext cx="2396227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3735641"/>
            <a:ext cx="2396226" cy="60775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02527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51987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457200"/>
            <a:ext cx="1503758" cy="38862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457200"/>
            <a:ext cx="5811443" cy="38862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83169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6364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0716" y="0"/>
            <a:ext cx="9040416" cy="51435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463888"/>
            <a:ext cx="7429499" cy="11089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1687115"/>
            <a:ext cx="7429499" cy="2656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2784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  <p:sldLayoutId id="2147483705" r:id="rId18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13680"/>
            <a:ext cx="8229600" cy="10437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StudyFiles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3131128"/>
            <a:ext cx="8229600" cy="7204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para compartir apuntes y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Gestionar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Archivos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en Android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779520"/>
            <a:ext cx="82296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Antonio MBA NZANG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DAM  EPSUM  Mayo 2026</a:t>
            </a:r>
            <a:endParaRPr lang="en-US" sz="16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1046F9D-F27E-CEC1-402E-C12A95B06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6320" y="375920"/>
            <a:ext cx="1821180" cy="1737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apuntes de años anteriores se pierden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Apuntes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excelentes guardados en </a:t>
            </a:r>
            <a:r>
              <a:rPr lang="en-US" sz="14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ordenadores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personales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compartido en chats y </a:t>
            </a:r>
            <a:r>
              <a:rPr lang="en-US" sz="14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rápidamente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olvidado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estudiantes empiezan de cero cada año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pierde trabajo valioso de alumnos anteriores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37760" y="1008380"/>
            <a:ext cx="3383280" cy="2560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737360"/>
            <a:ext cx="18694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24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AB0D9ED0-1C4D-AF5A-3691-C504706C6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202" y="1097280"/>
            <a:ext cx="1412242" cy="1347553"/>
          </a:xfrm>
          <a:prstGeom prst="rect">
            <a:avLst/>
          </a:prstGeom>
        </p:spPr>
      </p:pic>
      <p:sp>
        <p:nvSpPr>
          <p:cNvPr id="11" name="Text 9"/>
          <p:cNvSpPr/>
          <p:nvPr/>
        </p:nvSpPr>
        <p:spPr>
          <a:xfrm>
            <a:off x="4937760" y="2011680"/>
            <a:ext cx="3383280" cy="1557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app donde los estudiantes pueden compartir sus apuntes públicamente, organizados por asignatura.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 1: </a:t>
            </a:r>
            <a:r>
              <a:rPr lang="en-US" sz="4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</a:t>
            </a:r>
            <a:r>
              <a:rPr lang="en-US" sz="4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73046" y="873760"/>
            <a:ext cx="822960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</a:t>
            </a:r>
            <a:r>
              <a:rPr lang="en-US" sz="20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principal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2726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tiempo real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9301" y="2766060"/>
            <a:ext cx="316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Filtrado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instantáneo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9301" y="3200400"/>
            <a:ext cx="316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apuntes de </a:t>
            </a:r>
            <a:r>
              <a:rPr lang="en-US" sz="16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22860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90451F43-A22C-A843-482F-82CC822AE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0" y="907011"/>
            <a:ext cx="2263140" cy="375920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DDFC7092-2D57-BDA0-3C90-D13F7FB605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2185" y="907011"/>
            <a:ext cx="2286000" cy="3759200"/>
          </a:xfrm>
          <a:prstGeom prst="rect">
            <a:avLst/>
          </a:prstGeom>
        </p:spPr>
      </p:pic>
      <p:sp>
        <p:nvSpPr>
          <p:cNvPr id="6" name="Text 4"/>
          <p:cNvSpPr/>
          <p:nvPr/>
        </p:nvSpPr>
        <p:spPr>
          <a:xfrm>
            <a:off x="651856" y="1903730"/>
            <a:ext cx="3169920" cy="325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apuntes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</a:t>
            </a:r>
            <a:endParaRPr lang="en-US" sz="12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1C0FFD32-693C-3962-D301-BC68CAE120A7}"/>
              </a:ext>
            </a:extLst>
          </p:cNvPr>
          <p:cNvSpPr/>
          <p:nvPr/>
        </p:nvSpPr>
        <p:spPr>
          <a:xfrm>
            <a:off x="602153" y="3522980"/>
            <a:ext cx="316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like y </a:t>
            </a:r>
            <a:r>
              <a:rPr lang="en-US" sz="16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deslike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 2: Mi </a:t>
            </a:r>
            <a:r>
              <a:rPr lang="en-US" sz="4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20726" y="955040"/>
            <a:ext cx="4114800" cy="39497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8406" y="1381760"/>
            <a:ext cx="319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</a:t>
            </a:r>
            <a:r>
              <a:rPr lang="en-US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privado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3606" y="1920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carpetas personales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3606" y="2331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sus </a:t>
            </a:r>
            <a:r>
              <a:rPr lang="en-US" sz="16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3606" y="2687320"/>
            <a:ext cx="3567126" cy="350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privado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3606" y="3063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</a:t>
            </a:r>
            <a:r>
              <a:rPr lang="en-US" sz="16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 </a:t>
            </a:r>
            <a:r>
              <a:rPr lang="en-US" sz="16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</a:t>
            </a:r>
            <a:endParaRPr lang="en-US" sz="160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13AFB4CE-D502-DE29-D9F3-92879C10E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7802" y="955038"/>
            <a:ext cx="2350741" cy="39497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 3: </a:t>
            </a:r>
            <a:r>
              <a:rPr lang="en-US" sz="4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favoritos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189949" y="898177"/>
            <a:ext cx="4069080" cy="4016723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33832" y="1371600"/>
            <a:ext cx="2855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</a:t>
            </a:r>
            <a:r>
              <a:rPr lang="en-US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locales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625272" y="1920240"/>
            <a:ext cx="2855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25272" y="2511649"/>
            <a:ext cx="2855288" cy="4705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</a:t>
            </a:r>
            <a:r>
              <a:rPr lang="en-US" sz="16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 </a:t>
            </a:r>
            <a:r>
              <a:rPr lang="en-US" sz="16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conexion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internet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25272" y="3154680"/>
            <a:ext cx="285528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2860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4F9373E-BEC7-F67C-6724-F18930153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9806" y="898177"/>
            <a:ext cx="2263336" cy="40699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 3: Tutor Virtual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189949" y="898177"/>
            <a:ext cx="4069080" cy="4016723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33832" y="1371600"/>
            <a:ext cx="2855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educativo inteligente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625272" y="1920240"/>
            <a:ext cx="2855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preguntas académicas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25272" y="2511650"/>
            <a:ext cx="2855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Recibes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respuestas claras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25272" y="3154680"/>
            <a:ext cx="285528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guardado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2860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18CE547B-EE4D-F08D-894E-A6D8C42FC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8858" y="943895"/>
            <a:ext cx="2286000" cy="406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243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Técnica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del código en Android Studio: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1572768"/>
            <a:ext cx="283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600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26080" y="160020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Controlan las pantallas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0" y="21031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Manejan listas de datos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2578608"/>
            <a:ext cx="283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606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(Room)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26080" y="26060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locales en SQLite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3081528"/>
            <a:ext cx="283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(Retrofit)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926080" y="310896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a internet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3611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926080" y="361188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de datos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926080" y="411480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de ayuda y tutor</a:t>
            </a:r>
            <a:endParaRPr lang="en-US" sz="1100" dirty="0"/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459553F9-785D-E0ED-2F79-C725B3F84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653" y="1257299"/>
            <a:ext cx="3995436" cy="32099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Usadas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011680" cy="36576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1737360" cy="763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 + Java</a:t>
            </a:r>
          </a:p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51760" y="1371600"/>
            <a:ext cx="1920240" cy="365760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19202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743200" y="292608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+ SQLite (Local)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1920240" cy="36576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9202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846320" y="292608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1371600"/>
            <a:ext cx="1920240" cy="36576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19202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949440" y="292608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 + API Gemini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StudyFiles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714500"/>
            <a:ext cx="8229600" cy="4560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Una solución real para un problema real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2284614"/>
            <a:ext cx="6400800" cy="53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app está completada, funciona y es estable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283741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problema que afecta a los estudiantes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321933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conceptos aprendidos en DAM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358509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mejorarse en el futuro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5120" y="4251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gracias</a:t>
            </a:r>
            <a:endParaRPr lang="en-US" sz="28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461</TotalTime>
  <Words>272</Words>
  <Application>Microsoft Office PowerPoint</Application>
  <PresentationFormat>Presentación en pantalla (16:9)</PresentationFormat>
  <Paragraphs>74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Tw Cen MT</vt:lpstr>
      <vt:lpstr>Circuito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229057 229057</cp:lastModifiedBy>
  <cp:revision>3</cp:revision>
  <dcterms:created xsi:type="dcterms:W3CDTF">2026-05-21T17:48:59Z</dcterms:created>
  <dcterms:modified xsi:type="dcterms:W3CDTF">2026-05-22T02:16:31Z</dcterms:modified>
</cp:coreProperties>
</file>